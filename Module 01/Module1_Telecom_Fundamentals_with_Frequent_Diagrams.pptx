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306" r:id="rId57"/>
    <p:sldId id="259" r:id="rId10"/>
    <p:sldId id="260" r:id="rId11"/>
    <p:sldId id="261" r:id="rId12"/>
    <p:sldId id="307" r:id="rId58"/>
    <p:sldId id="262" r:id="rId13"/>
    <p:sldId id="263" r:id="rId14"/>
    <p:sldId id="264" r:id="rId15"/>
    <p:sldId id="308" r:id="rId59"/>
    <p:sldId id="265" r:id="rId16"/>
    <p:sldId id="266" r:id="rId17"/>
    <p:sldId id="267" r:id="rId18"/>
    <p:sldId id="309" r:id="rId60"/>
    <p:sldId id="268" r:id="rId19"/>
    <p:sldId id="269" r:id="rId20"/>
    <p:sldId id="270" r:id="rId21"/>
    <p:sldId id="310" r:id="rId61"/>
    <p:sldId id="271" r:id="rId22"/>
    <p:sldId id="272" r:id="rId23"/>
    <p:sldId id="273" r:id="rId24"/>
    <p:sldId id="311" r:id="rId62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" Type="http://schemas.openxmlformats.org/officeDocument/2006/relationships/theme" Target="theme/theme1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" Type="http://schemas.openxmlformats.org/officeDocument/2006/relationships/tableStyles" Target="tableStyles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1: Telecommunications Fundamentals (Week 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Essential Basics for Non-Telecom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the basics of telecommunications</a:t>
            </a:r>
          </a:p>
          <a:p>
            <a:r>
              <a:t>• Identify key components of communication systems</a:t>
            </a:r>
          </a:p>
          <a:p>
            <a:r>
              <a:t>• Differentiate analog vs digital</a:t>
            </a:r>
          </a:p>
          <a:p>
            <a:r>
              <a:t>• Recognize network topologies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Telecommunications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Telecommunications connects people, businesses, and devices worldwide. It drives innovation in healthcare, education, finance, and more.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Telecommunications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Education – e-learning platforms</a:t>
            </a:r>
          </a:p>
          <a:p>
            <a:r>
              <a:t>• Healthcare – telemedicine</a:t>
            </a:r>
          </a:p>
          <a:p>
            <a:r>
              <a:t>• Finance – online banking</a:t>
            </a:r>
          </a:p>
          <a:p>
            <a:r>
              <a:t>• Social Media &amp; Streaming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Telecommunications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telegraphs and telephones to 5G and IoT. Telecommunications has continuously evolved to improve connectivity and communication speed.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Telecommunications?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Telecommunications is the exchange of information over distances using electronic means.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Telecom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 wired and wireless networks, internet, satellites, broadcasting, and mobile communications.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Telecom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Telephone networks</a:t>
            </a:r>
          </a:p>
          <a:p>
            <a:r>
              <a:t>• Internet</a:t>
            </a:r>
          </a:p>
          <a:p>
            <a:r>
              <a:t>• Satellite systems</a:t>
            </a:r>
          </a:p>
          <a:p>
            <a:r>
              <a:t>• Fiber optic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Telecom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Diagram: High-level flow of a telecommunications system (Transmitter → Channel → Receiver)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Which of these is NOT a telecom system?</a:t>
            </a:r>
          </a:p>
          <a:p>
            <a:r>
              <a:t>A) Satellite</a:t>
            </a:r>
          </a:p>
          <a:p>
            <a:r>
              <a:t>B) Internet</a:t>
            </a:r>
          </a:p>
          <a:p>
            <a:r>
              <a:t>C) Microwave Oven</a:t>
            </a:r>
          </a:p>
          <a:p>
            <a:r>
              <a:t>D) Mobile Phone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Communication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systems consist of transmitter, channel, and receiver.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Transmitter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device/system that sends signals. Example: Mobile phone microphone &amp; circuitry.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Transmitter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placeholder: Signal encoding &amp; transmission process.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Medium carrying the signal. Types: Wired (fiber, copper) and Wireless (radio, satellite).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Noise &amp; Interference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Unwanted signals that distort the transmitted message.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device/system that receives and decodes signals. Example: Mobile phone speaker &amp; circuitry.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Receiver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placeholder: Signal reception &amp; decoding process.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Communication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Transmitter → Channel → Receiver (with noise).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Mobile phone call flow across network infrastructure.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of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Transmitter, Channel, Receiver with noise &amp; encoding/decoding.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Transmission of spoken words over telecommunication systems (telephony, VoIP).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Exchange of digital data between devices (internet, email).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Transmission of moving images (video calls, streaming).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Multimedia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of voice, data, video (Zoom, WhatsApp).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Types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placeholder: Voice vs Data vs Video vs Multimedia.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VoIP, Zoom, WhatsApp, Netflix, Online gaming.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 &amp;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 fast, versatile. Limitations: bandwidth, latency issues.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Which type is Netflix streaming?</a:t>
            </a:r>
          </a:p>
          <a:p>
            <a:r>
              <a:t>A) Voice</a:t>
            </a:r>
          </a:p>
          <a:p>
            <a:r>
              <a:t>B) Data</a:t>
            </a:r>
          </a:p>
          <a:p>
            <a:r>
              <a:t>C) Video</a:t>
            </a:r>
          </a:p>
          <a:p>
            <a:r>
              <a:t>D) Multimedia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 vs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Analog uses continuous signals, Digital uses discrete signals.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 wave varying over time. Example: FM Radio.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 Waveform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placeholder: Continuous sinusoidal wave.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Discrete waveforms (0s and 1s). Example: Computer data.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Waveform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placeholder: Square digital pulses.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SNR, Bandwidth, Latency, Throughput.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Analog vs Digital: Noise sensitivity, efficiency, clarity.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Analog TV vs Digital Streaming.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system architectures define how devices are connected.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Topologies 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Topology defines network layout and connections.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placeholder: Single backbone connection.</a:t>
            </a:r>
          </a:p>
          <a:p>
            <a:r>
              <a:t>Pros: Simple</a:t>
            </a:r>
          </a:p>
          <a:p>
            <a:r>
              <a:t>Cons: Failure affects all.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placeholder: Central node connects all.</a:t>
            </a:r>
          </a:p>
          <a:p>
            <a:r>
              <a:t>Pros: Easy to manage</a:t>
            </a:r>
          </a:p>
          <a:p>
            <a:r>
              <a:t>Cons: Hub failure.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Ring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placeholder: Devices in a loop.</a:t>
            </a:r>
          </a:p>
          <a:p>
            <a:r>
              <a:t>Pros: Predictable</a:t>
            </a:r>
          </a:p>
          <a:p>
            <a:r>
              <a:t>Cons: Failure breaks loop.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Mesh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placeholder: Every node connected.</a:t>
            </a:r>
          </a:p>
          <a:p>
            <a:r>
              <a:t>Pros: Reliable</a:t>
            </a:r>
          </a:p>
          <a:p>
            <a:r>
              <a:t>Cons: Expensive.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Combination of topologies. Scalable, flexible.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network combining star + mesh.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Recap of architectures and topologies.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free tools like Draw.io or Lucidchart to create telecom diagrams.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Draw a basic communication system: Transmitter → Channel → Receiver.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noise and real-life devices to the diagram.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Plot signals using Python matplotlib (Analog vs Digital).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 diagrams in class and discuss signal flow analysis.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System Overview</a:t>
            </a:r>
          </a:p>
        </p:txBody>
      </p:sp>
      <p:pic>
        <p:nvPicPr>
          <p:cNvPr id="3" name="Picture 2" descr="diagram_comm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177684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 vs Digital Signals</a:t>
            </a:r>
          </a:p>
        </p:txBody>
      </p:sp>
      <p:pic>
        <p:nvPicPr>
          <p:cNvPr id="3" name="Picture 2" descr="diagram_wave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13693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Topology</a:t>
            </a:r>
          </a:p>
        </p:txBody>
      </p:sp>
      <p:pic>
        <p:nvPicPr>
          <p:cNvPr id="3" name="Picture 2" descr="bus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81662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 Topology</a:t>
            </a:r>
          </a:p>
        </p:txBody>
      </p:sp>
      <p:pic>
        <p:nvPicPr>
          <p:cNvPr id="3" name="Picture 2" descr="star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81662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Ring Topology</a:t>
            </a:r>
          </a:p>
        </p:txBody>
      </p:sp>
      <p:pic>
        <p:nvPicPr>
          <p:cNvPr id="3" name="Picture 2" descr="ring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81662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Mesh Topology</a:t>
            </a:r>
          </a:p>
        </p:txBody>
      </p:sp>
      <p:pic>
        <p:nvPicPr>
          <p:cNvPr id="3" name="Picture 2" descr="mesh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816626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